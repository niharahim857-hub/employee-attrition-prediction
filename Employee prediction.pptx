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24"/>
  </p:notesMasterIdLst>
  <p:handoutMasterIdLst>
    <p:handoutMasterId r:id="rId25"/>
  </p:handoutMasterIdLst>
  <p:sldIdLst>
    <p:sldId id="256" r:id="rId5"/>
    <p:sldId id="383" r:id="rId6"/>
    <p:sldId id="411" r:id="rId7"/>
    <p:sldId id="391" r:id="rId8"/>
    <p:sldId id="412" r:id="rId9"/>
    <p:sldId id="413" r:id="rId10"/>
    <p:sldId id="414" r:id="rId11"/>
    <p:sldId id="415" r:id="rId12"/>
    <p:sldId id="416" r:id="rId13"/>
    <p:sldId id="257" r:id="rId14"/>
    <p:sldId id="408" r:id="rId15"/>
    <p:sldId id="420" r:id="rId16"/>
    <p:sldId id="417" r:id="rId17"/>
    <p:sldId id="418" r:id="rId18"/>
    <p:sldId id="421" r:id="rId19"/>
    <p:sldId id="422" r:id="rId20"/>
    <p:sldId id="423" r:id="rId21"/>
    <p:sldId id="424" r:id="rId22"/>
    <p:sldId id="39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86" d="100"/>
          <a:sy n="86" d="100"/>
        </p:scale>
        <p:origin x="738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622A67-70EC-41E1-98EB-DC3783F22DDE}" type="doc">
      <dgm:prSet loTypeId="urn:microsoft.com/office/officeart/2005/8/layout/hierarchy1" loCatId="hierarchy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FAF85AF-2220-4BD1-AA51-E7CC6A88E5CB}">
      <dgm:prSet/>
      <dgm:spPr/>
      <dgm:t>
        <a:bodyPr/>
        <a:lstStyle/>
        <a:p>
          <a:r>
            <a:rPr lang="en-US" b="0" i="0"/>
            <a:t>To analyze employee data and build a classification model to predict whether an employee will leave the organization.</a:t>
          </a:r>
          <a:endParaRPr lang="en-US"/>
        </a:p>
      </dgm:t>
    </dgm:pt>
    <dgm:pt modelId="{B0D052CF-A7C9-4FEE-8D9C-4B24820BD95B}" type="parTrans" cxnId="{B2AED2FE-D825-4409-8498-5A3F8E2A9F6B}">
      <dgm:prSet/>
      <dgm:spPr/>
      <dgm:t>
        <a:bodyPr/>
        <a:lstStyle/>
        <a:p>
          <a:endParaRPr lang="en-US"/>
        </a:p>
      </dgm:t>
    </dgm:pt>
    <dgm:pt modelId="{4F65EBD3-0ABF-48B6-A9FF-3C80AB28C587}" type="sibTrans" cxnId="{B2AED2FE-D825-4409-8498-5A3F8E2A9F6B}">
      <dgm:prSet/>
      <dgm:spPr/>
      <dgm:t>
        <a:bodyPr/>
        <a:lstStyle/>
        <a:p>
          <a:endParaRPr lang="en-US"/>
        </a:p>
      </dgm:t>
    </dgm:pt>
    <dgm:pt modelId="{05FA777D-502B-4A21-A5F6-FABE66EEB874}">
      <dgm:prSet/>
      <dgm:spPr/>
      <dgm:t>
        <a:bodyPr/>
        <a:lstStyle/>
        <a:p>
          <a:r>
            <a:rPr lang="en-US" b="0" i="0" dirty="0"/>
            <a:t>This helps the HR teams reduce attrition, improve employee retention strategies, and enhance workforce planning.</a:t>
          </a:r>
          <a:endParaRPr lang="en-US" b="0" dirty="0"/>
        </a:p>
      </dgm:t>
    </dgm:pt>
    <dgm:pt modelId="{3D0AAD9E-18CD-4D14-825C-C1734ABBABE7}" type="parTrans" cxnId="{B891859A-10DA-4B9D-BB20-AAB9AE463562}">
      <dgm:prSet/>
      <dgm:spPr/>
      <dgm:t>
        <a:bodyPr/>
        <a:lstStyle/>
        <a:p>
          <a:endParaRPr lang="en-US"/>
        </a:p>
      </dgm:t>
    </dgm:pt>
    <dgm:pt modelId="{7545D173-535D-46AD-85BE-D9037BDD9B91}" type="sibTrans" cxnId="{B891859A-10DA-4B9D-BB20-AAB9AE463562}">
      <dgm:prSet/>
      <dgm:spPr/>
      <dgm:t>
        <a:bodyPr/>
        <a:lstStyle/>
        <a:p>
          <a:endParaRPr lang="en-US"/>
        </a:p>
      </dgm:t>
    </dgm:pt>
    <dgm:pt modelId="{6D332E24-00E4-4925-BEC8-63541E2BD24A}" type="pres">
      <dgm:prSet presAssocID="{56622A67-70EC-41E1-98EB-DC3783F22DD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91E465F-917D-4D99-9E15-059E025F7118}" type="pres">
      <dgm:prSet presAssocID="{FFAF85AF-2220-4BD1-AA51-E7CC6A88E5CB}" presName="hierRoot1" presStyleCnt="0"/>
      <dgm:spPr/>
    </dgm:pt>
    <dgm:pt modelId="{5B059263-298A-4D22-8227-B3A74464187F}" type="pres">
      <dgm:prSet presAssocID="{FFAF85AF-2220-4BD1-AA51-E7CC6A88E5CB}" presName="composite" presStyleCnt="0"/>
      <dgm:spPr/>
    </dgm:pt>
    <dgm:pt modelId="{1EEA25F9-573B-4F38-916B-9FEFFAB7A3D8}" type="pres">
      <dgm:prSet presAssocID="{FFAF85AF-2220-4BD1-AA51-E7CC6A88E5CB}" presName="background" presStyleLbl="node0" presStyleIdx="0" presStyleCnt="2"/>
      <dgm:spPr/>
    </dgm:pt>
    <dgm:pt modelId="{531D762E-1525-4B4F-AEE6-B21F769FEAA8}" type="pres">
      <dgm:prSet presAssocID="{FFAF85AF-2220-4BD1-AA51-E7CC6A88E5CB}" presName="text" presStyleLbl="fgAcc0" presStyleIdx="0" presStyleCnt="2">
        <dgm:presLayoutVars>
          <dgm:chPref val="3"/>
        </dgm:presLayoutVars>
      </dgm:prSet>
      <dgm:spPr/>
    </dgm:pt>
    <dgm:pt modelId="{457B5255-CFEF-4B4A-B53E-1690EF3D7E50}" type="pres">
      <dgm:prSet presAssocID="{FFAF85AF-2220-4BD1-AA51-E7CC6A88E5CB}" presName="hierChild2" presStyleCnt="0"/>
      <dgm:spPr/>
    </dgm:pt>
    <dgm:pt modelId="{A4077350-2808-4904-B418-952BD0587704}" type="pres">
      <dgm:prSet presAssocID="{05FA777D-502B-4A21-A5F6-FABE66EEB874}" presName="hierRoot1" presStyleCnt="0"/>
      <dgm:spPr/>
    </dgm:pt>
    <dgm:pt modelId="{BB697C81-8735-4C37-B88A-490E12BA47C7}" type="pres">
      <dgm:prSet presAssocID="{05FA777D-502B-4A21-A5F6-FABE66EEB874}" presName="composite" presStyleCnt="0"/>
      <dgm:spPr/>
    </dgm:pt>
    <dgm:pt modelId="{15DAA863-70BD-4564-AF12-9AD26CEDC722}" type="pres">
      <dgm:prSet presAssocID="{05FA777D-502B-4A21-A5F6-FABE66EEB874}" presName="background" presStyleLbl="node0" presStyleIdx="1" presStyleCnt="2"/>
      <dgm:spPr/>
    </dgm:pt>
    <dgm:pt modelId="{BF370B04-00A2-43C3-88C9-7CB4F0303DF6}" type="pres">
      <dgm:prSet presAssocID="{05FA777D-502B-4A21-A5F6-FABE66EEB874}" presName="text" presStyleLbl="fgAcc0" presStyleIdx="1" presStyleCnt="2">
        <dgm:presLayoutVars>
          <dgm:chPref val="3"/>
        </dgm:presLayoutVars>
      </dgm:prSet>
      <dgm:spPr/>
    </dgm:pt>
    <dgm:pt modelId="{929D5755-D4CC-44ED-8FA8-B5F8B0BF0212}" type="pres">
      <dgm:prSet presAssocID="{05FA777D-502B-4A21-A5F6-FABE66EEB874}" presName="hierChild2" presStyleCnt="0"/>
      <dgm:spPr/>
    </dgm:pt>
  </dgm:ptLst>
  <dgm:cxnLst>
    <dgm:cxn modelId="{7FCF652C-F88C-4D51-B0EF-64201C15CB2B}" type="presOf" srcId="{56622A67-70EC-41E1-98EB-DC3783F22DDE}" destId="{6D332E24-00E4-4925-BEC8-63541E2BD24A}" srcOrd="0" destOrd="0" presId="urn:microsoft.com/office/officeart/2005/8/layout/hierarchy1"/>
    <dgm:cxn modelId="{DBFB5492-02A4-418C-BFBC-9C115D0F493C}" type="presOf" srcId="{05FA777D-502B-4A21-A5F6-FABE66EEB874}" destId="{BF370B04-00A2-43C3-88C9-7CB4F0303DF6}" srcOrd="0" destOrd="0" presId="urn:microsoft.com/office/officeart/2005/8/layout/hierarchy1"/>
    <dgm:cxn modelId="{B891859A-10DA-4B9D-BB20-AAB9AE463562}" srcId="{56622A67-70EC-41E1-98EB-DC3783F22DDE}" destId="{05FA777D-502B-4A21-A5F6-FABE66EEB874}" srcOrd="1" destOrd="0" parTransId="{3D0AAD9E-18CD-4D14-825C-C1734ABBABE7}" sibTransId="{7545D173-535D-46AD-85BE-D9037BDD9B91}"/>
    <dgm:cxn modelId="{8B4186DE-A909-4244-BF34-623428A3CACA}" type="presOf" srcId="{FFAF85AF-2220-4BD1-AA51-E7CC6A88E5CB}" destId="{531D762E-1525-4B4F-AEE6-B21F769FEAA8}" srcOrd="0" destOrd="0" presId="urn:microsoft.com/office/officeart/2005/8/layout/hierarchy1"/>
    <dgm:cxn modelId="{B2AED2FE-D825-4409-8498-5A3F8E2A9F6B}" srcId="{56622A67-70EC-41E1-98EB-DC3783F22DDE}" destId="{FFAF85AF-2220-4BD1-AA51-E7CC6A88E5CB}" srcOrd="0" destOrd="0" parTransId="{B0D052CF-A7C9-4FEE-8D9C-4B24820BD95B}" sibTransId="{4F65EBD3-0ABF-48B6-A9FF-3C80AB28C587}"/>
    <dgm:cxn modelId="{8DCC3B32-1469-4D02-BF6E-51BDCE27E07B}" type="presParOf" srcId="{6D332E24-00E4-4925-BEC8-63541E2BD24A}" destId="{691E465F-917D-4D99-9E15-059E025F7118}" srcOrd="0" destOrd="0" presId="urn:microsoft.com/office/officeart/2005/8/layout/hierarchy1"/>
    <dgm:cxn modelId="{535EF75B-3A53-4771-A6DB-5BF453F88D8F}" type="presParOf" srcId="{691E465F-917D-4D99-9E15-059E025F7118}" destId="{5B059263-298A-4D22-8227-B3A74464187F}" srcOrd="0" destOrd="0" presId="urn:microsoft.com/office/officeart/2005/8/layout/hierarchy1"/>
    <dgm:cxn modelId="{93E51F0E-209C-41D1-8BED-46B771A0B0A3}" type="presParOf" srcId="{5B059263-298A-4D22-8227-B3A74464187F}" destId="{1EEA25F9-573B-4F38-916B-9FEFFAB7A3D8}" srcOrd="0" destOrd="0" presId="urn:microsoft.com/office/officeart/2005/8/layout/hierarchy1"/>
    <dgm:cxn modelId="{D58D884F-9DB1-4659-AE51-B310F7C6CEB4}" type="presParOf" srcId="{5B059263-298A-4D22-8227-B3A74464187F}" destId="{531D762E-1525-4B4F-AEE6-B21F769FEAA8}" srcOrd="1" destOrd="0" presId="urn:microsoft.com/office/officeart/2005/8/layout/hierarchy1"/>
    <dgm:cxn modelId="{5B4CC54A-5DA4-4533-9F0E-48B3A73E5766}" type="presParOf" srcId="{691E465F-917D-4D99-9E15-059E025F7118}" destId="{457B5255-CFEF-4B4A-B53E-1690EF3D7E50}" srcOrd="1" destOrd="0" presId="urn:microsoft.com/office/officeart/2005/8/layout/hierarchy1"/>
    <dgm:cxn modelId="{421F5943-1DE2-43B8-A677-33303BA1D5F9}" type="presParOf" srcId="{6D332E24-00E4-4925-BEC8-63541E2BD24A}" destId="{A4077350-2808-4904-B418-952BD0587704}" srcOrd="1" destOrd="0" presId="urn:microsoft.com/office/officeart/2005/8/layout/hierarchy1"/>
    <dgm:cxn modelId="{823E6519-863E-4CA5-A500-669D38A0E6DA}" type="presParOf" srcId="{A4077350-2808-4904-B418-952BD0587704}" destId="{BB697C81-8735-4C37-B88A-490E12BA47C7}" srcOrd="0" destOrd="0" presId="urn:microsoft.com/office/officeart/2005/8/layout/hierarchy1"/>
    <dgm:cxn modelId="{F9253B7C-AA19-4496-8829-CB9B244966FF}" type="presParOf" srcId="{BB697C81-8735-4C37-B88A-490E12BA47C7}" destId="{15DAA863-70BD-4564-AF12-9AD26CEDC722}" srcOrd="0" destOrd="0" presId="urn:microsoft.com/office/officeart/2005/8/layout/hierarchy1"/>
    <dgm:cxn modelId="{C33CD599-4CD6-47D3-8A9F-31EC62F92EE8}" type="presParOf" srcId="{BB697C81-8735-4C37-B88A-490E12BA47C7}" destId="{BF370B04-00A2-43C3-88C9-7CB4F0303DF6}" srcOrd="1" destOrd="0" presId="urn:microsoft.com/office/officeart/2005/8/layout/hierarchy1"/>
    <dgm:cxn modelId="{6BEF2AE2-67E5-4B8D-875C-CBCFDF58BDB1}" type="presParOf" srcId="{A4077350-2808-4904-B418-952BD0587704}" destId="{929D5755-D4CC-44ED-8FA8-B5F8B0BF021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54267AD-50A2-4525-AA8D-0131142465C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35327E9-BF3E-4A6B-8F96-1ABF2245EF66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i="0" dirty="0">
              <a:solidFill>
                <a:schemeClr val="bg1"/>
              </a:solidFill>
            </a:rPr>
            <a:t>Dataset loading</a:t>
          </a:r>
          <a:endParaRPr lang="en-US" b="1" dirty="0">
            <a:solidFill>
              <a:schemeClr val="bg1"/>
            </a:solidFill>
          </a:endParaRPr>
        </a:p>
      </dgm:t>
    </dgm:pt>
    <dgm:pt modelId="{1CC97E8F-757E-4645-8F4E-EAFB9CF4167E}" type="parTrans" cxnId="{7EBB4844-6DA6-4442-BD4D-B62DA34CD43B}">
      <dgm:prSet/>
      <dgm:spPr/>
      <dgm:t>
        <a:bodyPr/>
        <a:lstStyle/>
        <a:p>
          <a:endParaRPr lang="en-US"/>
        </a:p>
      </dgm:t>
    </dgm:pt>
    <dgm:pt modelId="{7A9F40F0-B7F3-4240-A23C-FD3252161BE7}" type="sibTrans" cxnId="{7EBB4844-6DA6-4442-BD4D-B62DA34CD43B}">
      <dgm:prSet/>
      <dgm:spPr/>
      <dgm:t>
        <a:bodyPr/>
        <a:lstStyle/>
        <a:p>
          <a:endParaRPr lang="en-US"/>
        </a:p>
      </dgm:t>
    </dgm:pt>
    <dgm:pt modelId="{DFB6E1E4-1002-4FB2-A984-F0825DEDFD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>
              <a:solidFill>
                <a:schemeClr val="bg1"/>
              </a:solidFill>
            </a:rPr>
            <a:t>–</a:t>
          </a:r>
          <a:r>
            <a:rPr lang="en-US" b="1" i="0" dirty="0"/>
            <a:t> </a:t>
          </a:r>
          <a:r>
            <a:rPr lang="en-IN" b="0" i="0" dirty="0">
              <a:solidFill>
                <a:schemeClr val="bg1"/>
              </a:solidFill>
            </a:rPr>
            <a:t>Data preprocessing</a:t>
          </a:r>
          <a:endParaRPr lang="en-US" b="0" dirty="0">
            <a:solidFill>
              <a:schemeClr val="bg1"/>
            </a:solidFill>
          </a:endParaRPr>
        </a:p>
      </dgm:t>
    </dgm:pt>
    <dgm:pt modelId="{77621988-D66B-4F43-B5D0-1419C8CC0D4C}" type="parTrans" cxnId="{8AA2FE44-8307-4802-B4E8-D0D1259CEB77}">
      <dgm:prSet/>
      <dgm:spPr/>
      <dgm:t>
        <a:bodyPr/>
        <a:lstStyle/>
        <a:p>
          <a:endParaRPr lang="en-US"/>
        </a:p>
      </dgm:t>
    </dgm:pt>
    <dgm:pt modelId="{8F03AD83-A2F7-4D3B-8D1D-A42F5DEE0E39}" type="sibTrans" cxnId="{8AA2FE44-8307-4802-B4E8-D0D1259CEB77}">
      <dgm:prSet/>
      <dgm:spPr/>
      <dgm:t>
        <a:bodyPr/>
        <a:lstStyle/>
        <a:p>
          <a:endParaRPr lang="en-US"/>
        </a:p>
      </dgm:t>
    </dgm:pt>
    <dgm:pt modelId="{E41BE307-1974-43A3-AFD5-8C55FE97E1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>
              <a:solidFill>
                <a:schemeClr val="bg1"/>
              </a:solidFill>
            </a:rPr>
            <a:t>–</a:t>
          </a:r>
          <a:r>
            <a:rPr lang="en-US" b="1" i="0" dirty="0"/>
            <a:t> </a:t>
          </a:r>
          <a:r>
            <a:rPr lang="en-IN" b="0" i="0" dirty="0">
              <a:solidFill>
                <a:schemeClr val="bg1"/>
              </a:solidFill>
            </a:rPr>
            <a:t>Training the dataset</a:t>
          </a:r>
          <a:endParaRPr lang="en-US" b="0" dirty="0">
            <a:solidFill>
              <a:schemeClr val="bg1"/>
            </a:solidFill>
          </a:endParaRPr>
        </a:p>
      </dgm:t>
    </dgm:pt>
    <dgm:pt modelId="{FC29AB63-89A8-42C9-B2CC-4F39A3E3FAFA}" type="parTrans" cxnId="{AE809FDA-7799-4A51-B6E2-3BA456F2407F}">
      <dgm:prSet/>
      <dgm:spPr/>
      <dgm:t>
        <a:bodyPr/>
        <a:lstStyle/>
        <a:p>
          <a:endParaRPr lang="en-US"/>
        </a:p>
      </dgm:t>
    </dgm:pt>
    <dgm:pt modelId="{E8B5A86A-427B-423E-BBB5-419673AF54CE}" type="sibTrans" cxnId="{AE809FDA-7799-4A51-B6E2-3BA456F2407F}">
      <dgm:prSet/>
      <dgm:spPr/>
      <dgm:t>
        <a:bodyPr/>
        <a:lstStyle/>
        <a:p>
          <a:endParaRPr lang="en-US"/>
        </a:p>
      </dgm:t>
    </dgm:pt>
    <dgm:pt modelId="{9DE3DE33-73C4-48B7-BFC8-51E0809BFC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>
              <a:solidFill>
                <a:schemeClr val="bg1"/>
              </a:solidFill>
            </a:rPr>
            <a:t>– </a:t>
          </a:r>
          <a:r>
            <a:rPr lang="en-IN" b="0" i="0" dirty="0">
              <a:solidFill>
                <a:schemeClr val="bg1"/>
              </a:solidFill>
            </a:rPr>
            <a:t>Creating multiple machine learning models</a:t>
          </a:r>
          <a:endParaRPr lang="en-US" b="0" dirty="0">
            <a:solidFill>
              <a:schemeClr val="bg1"/>
            </a:solidFill>
          </a:endParaRPr>
        </a:p>
      </dgm:t>
    </dgm:pt>
    <dgm:pt modelId="{C1A43E21-7789-4FE6-99EF-3BED7EBD45CC}" type="parTrans" cxnId="{517F9FAD-B75B-48D0-AD57-B0FE09273350}">
      <dgm:prSet/>
      <dgm:spPr/>
      <dgm:t>
        <a:bodyPr/>
        <a:lstStyle/>
        <a:p>
          <a:endParaRPr lang="en-US"/>
        </a:p>
      </dgm:t>
    </dgm:pt>
    <dgm:pt modelId="{CD41BEC7-44E2-434A-B846-D94A0A6D070C}" type="sibTrans" cxnId="{517F9FAD-B75B-48D0-AD57-B0FE09273350}">
      <dgm:prSet/>
      <dgm:spPr/>
      <dgm:t>
        <a:bodyPr/>
        <a:lstStyle/>
        <a:p>
          <a:endParaRPr lang="en-US"/>
        </a:p>
      </dgm:t>
    </dgm:pt>
    <dgm:pt modelId="{A438B147-D641-41A1-A370-FC7FC34D69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>
              <a:solidFill>
                <a:schemeClr val="bg1"/>
              </a:solidFill>
            </a:rPr>
            <a:t>–</a:t>
          </a:r>
          <a:r>
            <a:rPr lang="en-IN" b="0" i="0" dirty="0"/>
            <a:t> </a:t>
          </a:r>
          <a:r>
            <a:rPr lang="en-IN" b="0" i="0" dirty="0">
              <a:solidFill>
                <a:schemeClr val="bg1"/>
              </a:solidFill>
            </a:rPr>
            <a:t>Selecting the best-performing model</a:t>
          </a:r>
          <a:endParaRPr lang="en-US" b="0" dirty="0">
            <a:solidFill>
              <a:schemeClr val="bg1"/>
            </a:solidFill>
          </a:endParaRPr>
        </a:p>
      </dgm:t>
    </dgm:pt>
    <dgm:pt modelId="{E0FD264A-75EA-4C5C-895B-E30FEE675C28}" type="parTrans" cxnId="{75C70C31-A88D-4F58-AFD3-AD41FF5612C9}">
      <dgm:prSet/>
      <dgm:spPr/>
      <dgm:t>
        <a:bodyPr/>
        <a:lstStyle/>
        <a:p>
          <a:endParaRPr lang="en-US"/>
        </a:p>
      </dgm:t>
    </dgm:pt>
    <dgm:pt modelId="{73FCB5C3-6750-44E4-9550-64AA35A9C2DB}" type="sibTrans" cxnId="{75C70C31-A88D-4F58-AFD3-AD41FF5612C9}">
      <dgm:prSet/>
      <dgm:spPr/>
      <dgm:t>
        <a:bodyPr/>
        <a:lstStyle/>
        <a:p>
          <a:endParaRPr lang="en-US"/>
        </a:p>
      </dgm:t>
    </dgm:pt>
    <dgm:pt modelId="{350C1385-E57A-42C0-8C4A-338EC31C9584}" type="pres">
      <dgm:prSet presAssocID="{B54267AD-50A2-4525-AA8D-0131142465C3}" presName="root" presStyleCnt="0">
        <dgm:presLayoutVars>
          <dgm:dir/>
          <dgm:resizeHandles val="exact"/>
        </dgm:presLayoutVars>
      </dgm:prSet>
      <dgm:spPr/>
    </dgm:pt>
    <dgm:pt modelId="{8F8D6B35-AC61-4790-85A7-A7B627E9F3CE}" type="pres">
      <dgm:prSet presAssocID="{635327E9-BF3E-4A6B-8F96-1ABF2245EF66}" presName="compNode" presStyleCnt="0"/>
      <dgm:spPr/>
    </dgm:pt>
    <dgm:pt modelId="{6D0FB86F-A50B-46A4-AB83-2431A685D073}" type="pres">
      <dgm:prSet presAssocID="{635327E9-BF3E-4A6B-8F96-1ABF2245EF66}" presName="bgRect" presStyleLbl="bgShp" presStyleIdx="0" presStyleCnt="5"/>
      <dgm:spPr>
        <a:solidFill>
          <a:schemeClr val="accent1"/>
        </a:solidFill>
      </dgm:spPr>
    </dgm:pt>
    <dgm:pt modelId="{79C8A570-E8DA-4A7A-8902-438EC3F17B3A}" type="pres">
      <dgm:prSet presAssocID="{635327E9-BF3E-4A6B-8F96-1ABF2245EF6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4963B49-595A-49C3-BFDD-EDFF82A3EEB8}" type="pres">
      <dgm:prSet presAssocID="{635327E9-BF3E-4A6B-8F96-1ABF2245EF66}" presName="spaceRect" presStyleCnt="0"/>
      <dgm:spPr/>
    </dgm:pt>
    <dgm:pt modelId="{15B08DA1-3D08-4267-B69F-7A567A422166}" type="pres">
      <dgm:prSet presAssocID="{635327E9-BF3E-4A6B-8F96-1ABF2245EF66}" presName="parTx" presStyleLbl="revTx" presStyleIdx="0" presStyleCnt="5">
        <dgm:presLayoutVars>
          <dgm:chMax val="0"/>
          <dgm:chPref val="0"/>
        </dgm:presLayoutVars>
      </dgm:prSet>
      <dgm:spPr/>
    </dgm:pt>
    <dgm:pt modelId="{F34C9E19-C949-4FA3-8084-1A763FC5291B}" type="pres">
      <dgm:prSet presAssocID="{7A9F40F0-B7F3-4240-A23C-FD3252161BE7}" presName="sibTrans" presStyleCnt="0"/>
      <dgm:spPr/>
    </dgm:pt>
    <dgm:pt modelId="{E28510E6-3771-4869-96E8-6DF2F79D192C}" type="pres">
      <dgm:prSet presAssocID="{DFB6E1E4-1002-4FB2-A984-F0825DEDFD7F}" presName="compNode" presStyleCnt="0"/>
      <dgm:spPr/>
    </dgm:pt>
    <dgm:pt modelId="{43EC4661-1BE4-49EB-8EF9-210AFC6B722D}" type="pres">
      <dgm:prSet presAssocID="{DFB6E1E4-1002-4FB2-A984-F0825DEDFD7F}" presName="bgRect" presStyleLbl="bgShp" presStyleIdx="1" presStyleCnt="5"/>
      <dgm:spPr>
        <a:xfrm>
          <a:off x="0" y="759311"/>
          <a:ext cx="10972800" cy="605176"/>
        </a:xfrm>
        <a:prstGeom prst="roundRect">
          <a:avLst>
            <a:gd name="adj" fmla="val 10000"/>
          </a:avLst>
        </a:prstGeom>
        <a:solidFill>
          <a:schemeClr val="accent1"/>
        </a:solidFill>
        <a:ln>
          <a:noFill/>
        </a:ln>
        <a:effectLst/>
      </dgm:spPr>
    </dgm:pt>
    <dgm:pt modelId="{45E3E38E-0D89-4A95-9DB3-2642443FA08F}" type="pres">
      <dgm:prSet presAssocID="{DFB6E1E4-1002-4FB2-A984-F0825DEDFD7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25C5A4C-E24E-4348-A81C-1E06DB3DE860}" type="pres">
      <dgm:prSet presAssocID="{DFB6E1E4-1002-4FB2-A984-F0825DEDFD7F}" presName="spaceRect" presStyleCnt="0"/>
      <dgm:spPr/>
    </dgm:pt>
    <dgm:pt modelId="{5DCBDA81-58F3-419D-8A6B-5BB157364F7A}" type="pres">
      <dgm:prSet presAssocID="{DFB6E1E4-1002-4FB2-A984-F0825DEDFD7F}" presName="parTx" presStyleLbl="revTx" presStyleIdx="1" presStyleCnt="5">
        <dgm:presLayoutVars>
          <dgm:chMax val="0"/>
          <dgm:chPref val="0"/>
        </dgm:presLayoutVars>
      </dgm:prSet>
      <dgm:spPr/>
    </dgm:pt>
    <dgm:pt modelId="{3E71FA4F-B7B0-4BB5-9EB9-0CAA18F86497}" type="pres">
      <dgm:prSet presAssocID="{8F03AD83-A2F7-4D3B-8D1D-A42F5DEE0E39}" presName="sibTrans" presStyleCnt="0"/>
      <dgm:spPr/>
    </dgm:pt>
    <dgm:pt modelId="{716274AD-4346-460F-AAB9-BD416BC30E13}" type="pres">
      <dgm:prSet presAssocID="{E41BE307-1974-43A3-AFD5-8C55FE97E10F}" presName="compNode" presStyleCnt="0"/>
      <dgm:spPr/>
    </dgm:pt>
    <dgm:pt modelId="{012509C6-B593-456C-86C5-4ED61F9996B9}" type="pres">
      <dgm:prSet presAssocID="{E41BE307-1974-43A3-AFD5-8C55FE97E10F}" presName="bgRect" presStyleLbl="bgShp" presStyleIdx="2" presStyleCnt="5"/>
      <dgm:spPr>
        <a:solidFill>
          <a:schemeClr val="accent1"/>
        </a:solidFill>
      </dgm:spPr>
    </dgm:pt>
    <dgm:pt modelId="{EBF196D8-3A50-4757-BE31-C4C9999533FC}" type="pres">
      <dgm:prSet presAssocID="{E41BE307-1974-43A3-AFD5-8C55FE97E10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81A2C995-E1B0-44AC-B7C2-68B4DCC9F679}" type="pres">
      <dgm:prSet presAssocID="{E41BE307-1974-43A3-AFD5-8C55FE97E10F}" presName="spaceRect" presStyleCnt="0"/>
      <dgm:spPr/>
    </dgm:pt>
    <dgm:pt modelId="{45D3BCC7-0F70-43EE-B18C-2D8F2F318C7B}" type="pres">
      <dgm:prSet presAssocID="{E41BE307-1974-43A3-AFD5-8C55FE97E10F}" presName="parTx" presStyleLbl="revTx" presStyleIdx="2" presStyleCnt="5">
        <dgm:presLayoutVars>
          <dgm:chMax val="0"/>
          <dgm:chPref val="0"/>
        </dgm:presLayoutVars>
      </dgm:prSet>
      <dgm:spPr/>
    </dgm:pt>
    <dgm:pt modelId="{AF6433B2-DF5A-4D7B-B9CA-2527A40D1B6D}" type="pres">
      <dgm:prSet presAssocID="{E8B5A86A-427B-423E-BBB5-419673AF54CE}" presName="sibTrans" presStyleCnt="0"/>
      <dgm:spPr/>
    </dgm:pt>
    <dgm:pt modelId="{4378F016-C2E3-4350-9F33-CE4B21236F83}" type="pres">
      <dgm:prSet presAssocID="{9DE3DE33-73C4-48B7-BFC8-51E0809BFC71}" presName="compNode" presStyleCnt="0"/>
      <dgm:spPr/>
    </dgm:pt>
    <dgm:pt modelId="{33E1A3D6-3E7E-437F-9237-59CF67D2BA91}" type="pres">
      <dgm:prSet presAssocID="{9DE3DE33-73C4-48B7-BFC8-51E0809BFC71}" presName="bgRect" presStyleLbl="bgShp" presStyleIdx="3" presStyleCnt="5"/>
      <dgm:spPr>
        <a:solidFill>
          <a:schemeClr val="accent1"/>
        </a:solidFill>
      </dgm:spPr>
    </dgm:pt>
    <dgm:pt modelId="{60F68F93-377E-47F4-8B97-256599AB75A8}" type="pres">
      <dgm:prSet presAssocID="{9DE3DE33-73C4-48B7-BFC8-51E0809BFC7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40E6BE03-44EF-4A9A-83DD-F0ACAFC79C0D}" type="pres">
      <dgm:prSet presAssocID="{9DE3DE33-73C4-48B7-BFC8-51E0809BFC71}" presName="spaceRect" presStyleCnt="0"/>
      <dgm:spPr/>
    </dgm:pt>
    <dgm:pt modelId="{B7533F74-74A4-419E-8AC1-6351E38A02A0}" type="pres">
      <dgm:prSet presAssocID="{9DE3DE33-73C4-48B7-BFC8-51E0809BFC71}" presName="parTx" presStyleLbl="revTx" presStyleIdx="3" presStyleCnt="5">
        <dgm:presLayoutVars>
          <dgm:chMax val="0"/>
          <dgm:chPref val="0"/>
        </dgm:presLayoutVars>
      </dgm:prSet>
      <dgm:spPr/>
    </dgm:pt>
    <dgm:pt modelId="{2FC6489B-B179-482A-B011-F7EB836E4E1C}" type="pres">
      <dgm:prSet presAssocID="{CD41BEC7-44E2-434A-B846-D94A0A6D070C}" presName="sibTrans" presStyleCnt="0"/>
      <dgm:spPr/>
    </dgm:pt>
    <dgm:pt modelId="{F0BC5748-DFD5-4213-B6CA-487D43D950D6}" type="pres">
      <dgm:prSet presAssocID="{A438B147-D641-41A1-A370-FC7FC34D69ED}" presName="compNode" presStyleCnt="0"/>
      <dgm:spPr/>
    </dgm:pt>
    <dgm:pt modelId="{9E39D707-888D-4D7B-BAB6-2E104898BDC3}" type="pres">
      <dgm:prSet presAssocID="{A438B147-D641-41A1-A370-FC7FC34D69ED}" presName="bgRect" presStyleLbl="bgShp" presStyleIdx="4" presStyleCnt="5"/>
      <dgm:spPr>
        <a:solidFill>
          <a:schemeClr val="accent1"/>
        </a:solidFill>
      </dgm:spPr>
    </dgm:pt>
    <dgm:pt modelId="{4B46C346-CC21-416A-9A4F-A046949E39AC}" type="pres">
      <dgm:prSet presAssocID="{A438B147-D641-41A1-A370-FC7FC34D69E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80DF8B6F-E1D1-4DB6-B76F-61C3E7D21B5D}" type="pres">
      <dgm:prSet presAssocID="{A438B147-D641-41A1-A370-FC7FC34D69ED}" presName="spaceRect" presStyleCnt="0"/>
      <dgm:spPr/>
    </dgm:pt>
    <dgm:pt modelId="{D993B702-9320-4790-B606-620B98F94C44}" type="pres">
      <dgm:prSet presAssocID="{A438B147-D641-41A1-A370-FC7FC34D69E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75C70C31-A88D-4F58-AFD3-AD41FF5612C9}" srcId="{B54267AD-50A2-4525-AA8D-0131142465C3}" destId="{A438B147-D641-41A1-A370-FC7FC34D69ED}" srcOrd="4" destOrd="0" parTransId="{E0FD264A-75EA-4C5C-895B-E30FEE675C28}" sibTransId="{73FCB5C3-6750-44E4-9550-64AA35A9C2DB}"/>
    <dgm:cxn modelId="{FE1FC33C-04F8-440C-805A-CA5C01D2A9C2}" type="presOf" srcId="{B54267AD-50A2-4525-AA8D-0131142465C3}" destId="{350C1385-E57A-42C0-8C4A-338EC31C9584}" srcOrd="0" destOrd="0" presId="urn:microsoft.com/office/officeart/2018/2/layout/IconVerticalSolidList"/>
    <dgm:cxn modelId="{A376765E-DB5A-4C98-B20C-833DDDECB5E0}" type="presOf" srcId="{635327E9-BF3E-4A6B-8F96-1ABF2245EF66}" destId="{15B08DA1-3D08-4267-B69F-7A567A422166}" srcOrd="0" destOrd="0" presId="urn:microsoft.com/office/officeart/2018/2/layout/IconVerticalSolidList"/>
    <dgm:cxn modelId="{FA176961-2A3B-4CC2-8766-7732A6852B8D}" type="presOf" srcId="{DFB6E1E4-1002-4FB2-A984-F0825DEDFD7F}" destId="{5DCBDA81-58F3-419D-8A6B-5BB157364F7A}" srcOrd="0" destOrd="0" presId="urn:microsoft.com/office/officeart/2018/2/layout/IconVerticalSolidList"/>
    <dgm:cxn modelId="{7EBB4844-6DA6-4442-BD4D-B62DA34CD43B}" srcId="{B54267AD-50A2-4525-AA8D-0131142465C3}" destId="{635327E9-BF3E-4A6B-8F96-1ABF2245EF66}" srcOrd="0" destOrd="0" parTransId="{1CC97E8F-757E-4645-8F4E-EAFB9CF4167E}" sibTransId="{7A9F40F0-B7F3-4240-A23C-FD3252161BE7}"/>
    <dgm:cxn modelId="{8AA2FE44-8307-4802-B4E8-D0D1259CEB77}" srcId="{B54267AD-50A2-4525-AA8D-0131142465C3}" destId="{DFB6E1E4-1002-4FB2-A984-F0825DEDFD7F}" srcOrd="1" destOrd="0" parTransId="{77621988-D66B-4F43-B5D0-1419C8CC0D4C}" sibTransId="{8F03AD83-A2F7-4D3B-8D1D-A42F5DEE0E39}"/>
    <dgm:cxn modelId="{58DE0DA7-43C2-44F7-A0B5-02816BCC6F84}" type="presOf" srcId="{A438B147-D641-41A1-A370-FC7FC34D69ED}" destId="{D993B702-9320-4790-B606-620B98F94C44}" srcOrd="0" destOrd="0" presId="urn:microsoft.com/office/officeart/2018/2/layout/IconVerticalSolidList"/>
    <dgm:cxn modelId="{517F9FAD-B75B-48D0-AD57-B0FE09273350}" srcId="{B54267AD-50A2-4525-AA8D-0131142465C3}" destId="{9DE3DE33-73C4-48B7-BFC8-51E0809BFC71}" srcOrd="3" destOrd="0" parTransId="{C1A43E21-7789-4FE6-99EF-3BED7EBD45CC}" sibTransId="{CD41BEC7-44E2-434A-B846-D94A0A6D070C}"/>
    <dgm:cxn modelId="{220841C0-0D27-48DB-8343-5D613B4E693B}" type="presOf" srcId="{E41BE307-1974-43A3-AFD5-8C55FE97E10F}" destId="{45D3BCC7-0F70-43EE-B18C-2D8F2F318C7B}" srcOrd="0" destOrd="0" presId="urn:microsoft.com/office/officeart/2018/2/layout/IconVerticalSolidList"/>
    <dgm:cxn modelId="{AE809FDA-7799-4A51-B6E2-3BA456F2407F}" srcId="{B54267AD-50A2-4525-AA8D-0131142465C3}" destId="{E41BE307-1974-43A3-AFD5-8C55FE97E10F}" srcOrd="2" destOrd="0" parTransId="{FC29AB63-89A8-42C9-B2CC-4F39A3E3FAFA}" sibTransId="{E8B5A86A-427B-423E-BBB5-419673AF54CE}"/>
    <dgm:cxn modelId="{327715DC-0439-4E11-91E6-8BFCC0726A06}" type="presOf" srcId="{9DE3DE33-73C4-48B7-BFC8-51E0809BFC71}" destId="{B7533F74-74A4-419E-8AC1-6351E38A02A0}" srcOrd="0" destOrd="0" presId="urn:microsoft.com/office/officeart/2018/2/layout/IconVerticalSolidList"/>
    <dgm:cxn modelId="{08EF15EB-EBCD-411D-9903-67F9262D5A1E}" type="presParOf" srcId="{350C1385-E57A-42C0-8C4A-338EC31C9584}" destId="{8F8D6B35-AC61-4790-85A7-A7B627E9F3CE}" srcOrd="0" destOrd="0" presId="urn:microsoft.com/office/officeart/2018/2/layout/IconVerticalSolidList"/>
    <dgm:cxn modelId="{1A40CEB7-BA43-431F-9F7F-7408E2855AB2}" type="presParOf" srcId="{8F8D6B35-AC61-4790-85A7-A7B627E9F3CE}" destId="{6D0FB86F-A50B-46A4-AB83-2431A685D073}" srcOrd="0" destOrd="0" presId="urn:microsoft.com/office/officeart/2018/2/layout/IconVerticalSolidList"/>
    <dgm:cxn modelId="{85CAAFC4-043F-47AF-A899-2E0089A77238}" type="presParOf" srcId="{8F8D6B35-AC61-4790-85A7-A7B627E9F3CE}" destId="{79C8A570-E8DA-4A7A-8902-438EC3F17B3A}" srcOrd="1" destOrd="0" presId="urn:microsoft.com/office/officeart/2018/2/layout/IconVerticalSolidList"/>
    <dgm:cxn modelId="{64DCBD55-BC2F-4C52-BD3C-80C22B45B443}" type="presParOf" srcId="{8F8D6B35-AC61-4790-85A7-A7B627E9F3CE}" destId="{74963B49-595A-49C3-BFDD-EDFF82A3EEB8}" srcOrd="2" destOrd="0" presId="urn:microsoft.com/office/officeart/2018/2/layout/IconVerticalSolidList"/>
    <dgm:cxn modelId="{6E323152-2318-4EAF-8F7F-82D0410EFBD3}" type="presParOf" srcId="{8F8D6B35-AC61-4790-85A7-A7B627E9F3CE}" destId="{15B08DA1-3D08-4267-B69F-7A567A422166}" srcOrd="3" destOrd="0" presId="urn:microsoft.com/office/officeart/2018/2/layout/IconVerticalSolidList"/>
    <dgm:cxn modelId="{7CF8D88A-A39F-48FD-8712-0D37F1BE16DD}" type="presParOf" srcId="{350C1385-E57A-42C0-8C4A-338EC31C9584}" destId="{F34C9E19-C949-4FA3-8084-1A763FC5291B}" srcOrd="1" destOrd="0" presId="urn:microsoft.com/office/officeart/2018/2/layout/IconVerticalSolidList"/>
    <dgm:cxn modelId="{03328295-B1C5-4DB0-86C8-DDBC1770DB44}" type="presParOf" srcId="{350C1385-E57A-42C0-8C4A-338EC31C9584}" destId="{E28510E6-3771-4869-96E8-6DF2F79D192C}" srcOrd="2" destOrd="0" presId="urn:microsoft.com/office/officeart/2018/2/layout/IconVerticalSolidList"/>
    <dgm:cxn modelId="{C63C0339-4821-4068-97F6-22B58B4C1C2A}" type="presParOf" srcId="{E28510E6-3771-4869-96E8-6DF2F79D192C}" destId="{43EC4661-1BE4-49EB-8EF9-210AFC6B722D}" srcOrd="0" destOrd="0" presId="urn:microsoft.com/office/officeart/2018/2/layout/IconVerticalSolidList"/>
    <dgm:cxn modelId="{B94BA812-6654-459D-B67C-6F81C4690EC3}" type="presParOf" srcId="{E28510E6-3771-4869-96E8-6DF2F79D192C}" destId="{45E3E38E-0D89-4A95-9DB3-2642443FA08F}" srcOrd="1" destOrd="0" presId="urn:microsoft.com/office/officeart/2018/2/layout/IconVerticalSolidList"/>
    <dgm:cxn modelId="{66758006-6EC8-4A29-8AC1-9D0D74907F38}" type="presParOf" srcId="{E28510E6-3771-4869-96E8-6DF2F79D192C}" destId="{D25C5A4C-E24E-4348-A81C-1E06DB3DE860}" srcOrd="2" destOrd="0" presId="urn:microsoft.com/office/officeart/2018/2/layout/IconVerticalSolidList"/>
    <dgm:cxn modelId="{3DA91860-A38C-4560-B133-0A77E3141E1B}" type="presParOf" srcId="{E28510E6-3771-4869-96E8-6DF2F79D192C}" destId="{5DCBDA81-58F3-419D-8A6B-5BB157364F7A}" srcOrd="3" destOrd="0" presId="urn:microsoft.com/office/officeart/2018/2/layout/IconVerticalSolidList"/>
    <dgm:cxn modelId="{DF56A101-00A6-4D9C-B782-8F2E65176152}" type="presParOf" srcId="{350C1385-E57A-42C0-8C4A-338EC31C9584}" destId="{3E71FA4F-B7B0-4BB5-9EB9-0CAA18F86497}" srcOrd="3" destOrd="0" presId="urn:microsoft.com/office/officeart/2018/2/layout/IconVerticalSolidList"/>
    <dgm:cxn modelId="{30EE3013-E021-4031-9B81-A5EED0FE16F7}" type="presParOf" srcId="{350C1385-E57A-42C0-8C4A-338EC31C9584}" destId="{716274AD-4346-460F-AAB9-BD416BC30E13}" srcOrd="4" destOrd="0" presId="urn:microsoft.com/office/officeart/2018/2/layout/IconVerticalSolidList"/>
    <dgm:cxn modelId="{F702A85C-9488-4938-A70D-032444D020F7}" type="presParOf" srcId="{716274AD-4346-460F-AAB9-BD416BC30E13}" destId="{012509C6-B593-456C-86C5-4ED61F9996B9}" srcOrd="0" destOrd="0" presId="urn:microsoft.com/office/officeart/2018/2/layout/IconVerticalSolidList"/>
    <dgm:cxn modelId="{0BD537E0-1C26-4FDC-92A5-7993E4A96F28}" type="presParOf" srcId="{716274AD-4346-460F-AAB9-BD416BC30E13}" destId="{EBF196D8-3A50-4757-BE31-C4C9999533FC}" srcOrd="1" destOrd="0" presId="urn:microsoft.com/office/officeart/2018/2/layout/IconVerticalSolidList"/>
    <dgm:cxn modelId="{E6670AAF-B6E7-4CEC-B3B2-56C3F98EB93F}" type="presParOf" srcId="{716274AD-4346-460F-AAB9-BD416BC30E13}" destId="{81A2C995-E1B0-44AC-B7C2-68B4DCC9F679}" srcOrd="2" destOrd="0" presId="urn:microsoft.com/office/officeart/2018/2/layout/IconVerticalSolidList"/>
    <dgm:cxn modelId="{9CACAF5D-55EC-4847-9D15-2B30C61F16A1}" type="presParOf" srcId="{716274AD-4346-460F-AAB9-BD416BC30E13}" destId="{45D3BCC7-0F70-43EE-B18C-2D8F2F318C7B}" srcOrd="3" destOrd="0" presId="urn:microsoft.com/office/officeart/2018/2/layout/IconVerticalSolidList"/>
    <dgm:cxn modelId="{1EDA41A6-BDF1-40C0-99D4-145AE3D45696}" type="presParOf" srcId="{350C1385-E57A-42C0-8C4A-338EC31C9584}" destId="{AF6433B2-DF5A-4D7B-B9CA-2527A40D1B6D}" srcOrd="5" destOrd="0" presId="urn:microsoft.com/office/officeart/2018/2/layout/IconVerticalSolidList"/>
    <dgm:cxn modelId="{5F3084E5-84D5-41C3-83C9-3FCB03813C66}" type="presParOf" srcId="{350C1385-E57A-42C0-8C4A-338EC31C9584}" destId="{4378F016-C2E3-4350-9F33-CE4B21236F83}" srcOrd="6" destOrd="0" presId="urn:microsoft.com/office/officeart/2018/2/layout/IconVerticalSolidList"/>
    <dgm:cxn modelId="{4FE50200-D50A-4975-94FC-DE19FDF1AA42}" type="presParOf" srcId="{4378F016-C2E3-4350-9F33-CE4B21236F83}" destId="{33E1A3D6-3E7E-437F-9237-59CF67D2BA91}" srcOrd="0" destOrd="0" presId="urn:microsoft.com/office/officeart/2018/2/layout/IconVerticalSolidList"/>
    <dgm:cxn modelId="{1CBB6E7D-E793-4884-ABBF-2B1BC6855B75}" type="presParOf" srcId="{4378F016-C2E3-4350-9F33-CE4B21236F83}" destId="{60F68F93-377E-47F4-8B97-256599AB75A8}" srcOrd="1" destOrd="0" presId="urn:microsoft.com/office/officeart/2018/2/layout/IconVerticalSolidList"/>
    <dgm:cxn modelId="{3F185126-8DB6-4E1D-8BCF-F1A0566185AA}" type="presParOf" srcId="{4378F016-C2E3-4350-9F33-CE4B21236F83}" destId="{40E6BE03-44EF-4A9A-83DD-F0ACAFC79C0D}" srcOrd="2" destOrd="0" presId="urn:microsoft.com/office/officeart/2018/2/layout/IconVerticalSolidList"/>
    <dgm:cxn modelId="{8177E99A-B4E2-49B0-9B3A-5B9B6902C396}" type="presParOf" srcId="{4378F016-C2E3-4350-9F33-CE4B21236F83}" destId="{B7533F74-74A4-419E-8AC1-6351E38A02A0}" srcOrd="3" destOrd="0" presId="urn:microsoft.com/office/officeart/2018/2/layout/IconVerticalSolidList"/>
    <dgm:cxn modelId="{20C301D9-6143-4416-BF0B-76F082E1A33C}" type="presParOf" srcId="{350C1385-E57A-42C0-8C4A-338EC31C9584}" destId="{2FC6489B-B179-482A-B011-F7EB836E4E1C}" srcOrd="7" destOrd="0" presId="urn:microsoft.com/office/officeart/2018/2/layout/IconVerticalSolidList"/>
    <dgm:cxn modelId="{AC9C11CD-BF2A-4345-BA8E-AE6D0F6C53FC}" type="presParOf" srcId="{350C1385-E57A-42C0-8C4A-338EC31C9584}" destId="{F0BC5748-DFD5-4213-B6CA-487D43D950D6}" srcOrd="8" destOrd="0" presId="urn:microsoft.com/office/officeart/2018/2/layout/IconVerticalSolidList"/>
    <dgm:cxn modelId="{CDADDCCB-88CB-4F04-AE6E-79EDDEDB1362}" type="presParOf" srcId="{F0BC5748-DFD5-4213-B6CA-487D43D950D6}" destId="{9E39D707-888D-4D7B-BAB6-2E104898BDC3}" srcOrd="0" destOrd="0" presId="urn:microsoft.com/office/officeart/2018/2/layout/IconVerticalSolidList"/>
    <dgm:cxn modelId="{F46380F5-F1AC-4E8F-AFC2-C2BDACECD50A}" type="presParOf" srcId="{F0BC5748-DFD5-4213-B6CA-487D43D950D6}" destId="{4B46C346-CC21-416A-9A4F-A046949E39AC}" srcOrd="1" destOrd="0" presId="urn:microsoft.com/office/officeart/2018/2/layout/IconVerticalSolidList"/>
    <dgm:cxn modelId="{48F03AE4-6EFB-4C16-B7B3-9BE6B6C36840}" type="presParOf" srcId="{F0BC5748-DFD5-4213-B6CA-487D43D950D6}" destId="{80DF8B6F-E1D1-4DB6-B76F-61C3E7D21B5D}" srcOrd="2" destOrd="0" presId="urn:microsoft.com/office/officeart/2018/2/layout/IconVerticalSolidList"/>
    <dgm:cxn modelId="{4003ECC2-CD34-4757-B538-999F9D22BFAC}" type="presParOf" srcId="{F0BC5748-DFD5-4213-B6CA-487D43D950D6}" destId="{D993B702-9320-4790-B606-620B98F94C44}" srcOrd="3" destOrd="0" presId="urn:microsoft.com/office/officeart/2018/2/layout/IconVerticalSolidLis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EA25F9-573B-4F38-916B-9FEFFAB7A3D8}">
      <dsp:nvSpPr>
        <dsp:cNvPr id="0" name=""/>
        <dsp:cNvSpPr/>
      </dsp:nvSpPr>
      <dsp:spPr>
        <a:xfrm>
          <a:off x="1339" y="77516"/>
          <a:ext cx="4701480" cy="29854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31D762E-1525-4B4F-AEE6-B21F769FEAA8}">
      <dsp:nvSpPr>
        <dsp:cNvPr id="0" name=""/>
        <dsp:cNvSpPr/>
      </dsp:nvSpPr>
      <dsp:spPr>
        <a:xfrm>
          <a:off x="523726" y="573783"/>
          <a:ext cx="4701480" cy="29854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/>
            <a:t>To analyze employee data and build a classification model to predict whether an employee will leave the organization.</a:t>
          </a:r>
          <a:endParaRPr lang="en-US" sz="3200" kern="1200"/>
        </a:p>
      </dsp:txBody>
      <dsp:txXfrm>
        <a:off x="611167" y="661224"/>
        <a:ext cx="4526598" cy="2810558"/>
      </dsp:txXfrm>
    </dsp:sp>
    <dsp:sp modelId="{15DAA863-70BD-4564-AF12-9AD26CEDC722}">
      <dsp:nvSpPr>
        <dsp:cNvPr id="0" name=""/>
        <dsp:cNvSpPr/>
      </dsp:nvSpPr>
      <dsp:spPr>
        <a:xfrm>
          <a:off x="5747593" y="77516"/>
          <a:ext cx="4701480" cy="29854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F370B04-00A2-43C3-88C9-7CB4F0303DF6}">
      <dsp:nvSpPr>
        <dsp:cNvPr id="0" name=""/>
        <dsp:cNvSpPr/>
      </dsp:nvSpPr>
      <dsp:spPr>
        <a:xfrm>
          <a:off x="6269980" y="573783"/>
          <a:ext cx="4701480" cy="29854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dirty="0"/>
            <a:t>This helps the HR teams reduce attrition, improve employee retention strategies, and enhance workforce planning.</a:t>
          </a:r>
          <a:endParaRPr lang="en-US" sz="3200" b="0" kern="1200" dirty="0"/>
        </a:p>
      </dsp:txBody>
      <dsp:txXfrm>
        <a:off x="6357421" y="661224"/>
        <a:ext cx="4526598" cy="28105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0FB86F-A50B-46A4-AB83-2431A685D073}">
      <dsp:nvSpPr>
        <dsp:cNvPr id="0" name=""/>
        <dsp:cNvSpPr/>
      </dsp:nvSpPr>
      <dsp:spPr>
        <a:xfrm>
          <a:off x="0" y="2841"/>
          <a:ext cx="10972800" cy="605176"/>
        </a:xfrm>
        <a:prstGeom prst="roundRect">
          <a:avLst>
            <a:gd name="adj" fmla="val 10000"/>
          </a:avLst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C8A570-E8DA-4A7A-8902-438EC3F17B3A}">
      <dsp:nvSpPr>
        <dsp:cNvPr id="0" name=""/>
        <dsp:cNvSpPr/>
      </dsp:nvSpPr>
      <dsp:spPr>
        <a:xfrm>
          <a:off x="183065" y="139005"/>
          <a:ext cx="332846" cy="3328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B08DA1-3D08-4267-B69F-7A567A422166}">
      <dsp:nvSpPr>
        <dsp:cNvPr id="0" name=""/>
        <dsp:cNvSpPr/>
      </dsp:nvSpPr>
      <dsp:spPr>
        <a:xfrm>
          <a:off x="698978" y="2841"/>
          <a:ext cx="10273821" cy="605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48" tIns="64048" rIns="64048" bIns="6404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i="0" kern="1200" dirty="0">
              <a:solidFill>
                <a:schemeClr val="bg1"/>
              </a:solidFill>
            </a:rPr>
            <a:t>Dataset loading</a:t>
          </a:r>
          <a:endParaRPr lang="en-US" sz="1900" b="1" kern="1200" dirty="0">
            <a:solidFill>
              <a:schemeClr val="bg1"/>
            </a:solidFill>
          </a:endParaRPr>
        </a:p>
      </dsp:txBody>
      <dsp:txXfrm>
        <a:off x="698978" y="2841"/>
        <a:ext cx="10273821" cy="605176"/>
      </dsp:txXfrm>
    </dsp:sp>
    <dsp:sp modelId="{43EC4661-1BE4-49EB-8EF9-210AFC6B722D}">
      <dsp:nvSpPr>
        <dsp:cNvPr id="0" name=""/>
        <dsp:cNvSpPr/>
      </dsp:nvSpPr>
      <dsp:spPr>
        <a:xfrm>
          <a:off x="0" y="759311"/>
          <a:ext cx="10972800" cy="605176"/>
        </a:xfrm>
        <a:prstGeom prst="roundRect">
          <a:avLst>
            <a:gd name="adj" fmla="val 10000"/>
          </a:avLst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E3E38E-0D89-4A95-9DB3-2642443FA08F}">
      <dsp:nvSpPr>
        <dsp:cNvPr id="0" name=""/>
        <dsp:cNvSpPr/>
      </dsp:nvSpPr>
      <dsp:spPr>
        <a:xfrm>
          <a:off x="183065" y="895476"/>
          <a:ext cx="332846" cy="3328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CBDA81-58F3-419D-8A6B-5BB157364F7A}">
      <dsp:nvSpPr>
        <dsp:cNvPr id="0" name=""/>
        <dsp:cNvSpPr/>
      </dsp:nvSpPr>
      <dsp:spPr>
        <a:xfrm>
          <a:off x="698978" y="759311"/>
          <a:ext cx="10273821" cy="605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48" tIns="64048" rIns="64048" bIns="6404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>
              <a:solidFill>
                <a:schemeClr val="bg1"/>
              </a:solidFill>
            </a:rPr>
            <a:t>–</a:t>
          </a:r>
          <a:r>
            <a:rPr lang="en-US" sz="1900" b="1" i="0" kern="1200" dirty="0"/>
            <a:t> </a:t>
          </a:r>
          <a:r>
            <a:rPr lang="en-IN" sz="1900" b="0" i="0" kern="1200" dirty="0">
              <a:solidFill>
                <a:schemeClr val="bg1"/>
              </a:solidFill>
            </a:rPr>
            <a:t>Data preprocessing</a:t>
          </a:r>
          <a:endParaRPr lang="en-US" sz="1900" b="0" kern="1200" dirty="0">
            <a:solidFill>
              <a:schemeClr val="bg1"/>
            </a:solidFill>
          </a:endParaRPr>
        </a:p>
      </dsp:txBody>
      <dsp:txXfrm>
        <a:off x="698978" y="759311"/>
        <a:ext cx="10273821" cy="605176"/>
      </dsp:txXfrm>
    </dsp:sp>
    <dsp:sp modelId="{012509C6-B593-456C-86C5-4ED61F9996B9}">
      <dsp:nvSpPr>
        <dsp:cNvPr id="0" name=""/>
        <dsp:cNvSpPr/>
      </dsp:nvSpPr>
      <dsp:spPr>
        <a:xfrm>
          <a:off x="0" y="1515781"/>
          <a:ext cx="10972800" cy="605176"/>
        </a:xfrm>
        <a:prstGeom prst="roundRect">
          <a:avLst>
            <a:gd name="adj" fmla="val 10000"/>
          </a:avLst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F196D8-3A50-4757-BE31-C4C9999533FC}">
      <dsp:nvSpPr>
        <dsp:cNvPr id="0" name=""/>
        <dsp:cNvSpPr/>
      </dsp:nvSpPr>
      <dsp:spPr>
        <a:xfrm>
          <a:off x="183065" y="1651946"/>
          <a:ext cx="332846" cy="33284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D3BCC7-0F70-43EE-B18C-2D8F2F318C7B}">
      <dsp:nvSpPr>
        <dsp:cNvPr id="0" name=""/>
        <dsp:cNvSpPr/>
      </dsp:nvSpPr>
      <dsp:spPr>
        <a:xfrm>
          <a:off x="698978" y="1515781"/>
          <a:ext cx="10273821" cy="605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48" tIns="64048" rIns="64048" bIns="6404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>
              <a:solidFill>
                <a:schemeClr val="bg1"/>
              </a:solidFill>
            </a:rPr>
            <a:t>–</a:t>
          </a:r>
          <a:r>
            <a:rPr lang="en-US" sz="1900" b="1" i="0" kern="1200" dirty="0"/>
            <a:t> </a:t>
          </a:r>
          <a:r>
            <a:rPr lang="en-IN" sz="1900" b="0" i="0" kern="1200" dirty="0">
              <a:solidFill>
                <a:schemeClr val="bg1"/>
              </a:solidFill>
            </a:rPr>
            <a:t>Training the dataset</a:t>
          </a:r>
          <a:endParaRPr lang="en-US" sz="1900" b="0" kern="1200" dirty="0">
            <a:solidFill>
              <a:schemeClr val="bg1"/>
            </a:solidFill>
          </a:endParaRPr>
        </a:p>
      </dsp:txBody>
      <dsp:txXfrm>
        <a:off x="698978" y="1515781"/>
        <a:ext cx="10273821" cy="605176"/>
      </dsp:txXfrm>
    </dsp:sp>
    <dsp:sp modelId="{33E1A3D6-3E7E-437F-9237-59CF67D2BA91}">
      <dsp:nvSpPr>
        <dsp:cNvPr id="0" name=""/>
        <dsp:cNvSpPr/>
      </dsp:nvSpPr>
      <dsp:spPr>
        <a:xfrm>
          <a:off x="0" y="2272252"/>
          <a:ext cx="10972800" cy="605176"/>
        </a:xfrm>
        <a:prstGeom prst="roundRect">
          <a:avLst>
            <a:gd name="adj" fmla="val 10000"/>
          </a:avLst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F68F93-377E-47F4-8B97-256599AB75A8}">
      <dsp:nvSpPr>
        <dsp:cNvPr id="0" name=""/>
        <dsp:cNvSpPr/>
      </dsp:nvSpPr>
      <dsp:spPr>
        <a:xfrm>
          <a:off x="183065" y="2408416"/>
          <a:ext cx="332846" cy="33284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533F74-74A4-419E-8AC1-6351E38A02A0}">
      <dsp:nvSpPr>
        <dsp:cNvPr id="0" name=""/>
        <dsp:cNvSpPr/>
      </dsp:nvSpPr>
      <dsp:spPr>
        <a:xfrm>
          <a:off x="698978" y="2272252"/>
          <a:ext cx="10273821" cy="605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48" tIns="64048" rIns="64048" bIns="6404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>
              <a:solidFill>
                <a:schemeClr val="bg1"/>
              </a:solidFill>
            </a:rPr>
            <a:t>– </a:t>
          </a:r>
          <a:r>
            <a:rPr lang="en-IN" sz="1900" b="0" i="0" kern="1200" dirty="0">
              <a:solidFill>
                <a:schemeClr val="bg1"/>
              </a:solidFill>
            </a:rPr>
            <a:t>Creating multiple machine learning models</a:t>
          </a:r>
          <a:endParaRPr lang="en-US" sz="1900" b="0" kern="1200" dirty="0">
            <a:solidFill>
              <a:schemeClr val="bg1"/>
            </a:solidFill>
          </a:endParaRPr>
        </a:p>
      </dsp:txBody>
      <dsp:txXfrm>
        <a:off x="698978" y="2272252"/>
        <a:ext cx="10273821" cy="605176"/>
      </dsp:txXfrm>
    </dsp:sp>
    <dsp:sp modelId="{9E39D707-888D-4D7B-BAB6-2E104898BDC3}">
      <dsp:nvSpPr>
        <dsp:cNvPr id="0" name=""/>
        <dsp:cNvSpPr/>
      </dsp:nvSpPr>
      <dsp:spPr>
        <a:xfrm>
          <a:off x="0" y="3028722"/>
          <a:ext cx="10972800" cy="605176"/>
        </a:xfrm>
        <a:prstGeom prst="roundRect">
          <a:avLst>
            <a:gd name="adj" fmla="val 10000"/>
          </a:avLst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46C346-CC21-416A-9A4F-A046949E39AC}">
      <dsp:nvSpPr>
        <dsp:cNvPr id="0" name=""/>
        <dsp:cNvSpPr/>
      </dsp:nvSpPr>
      <dsp:spPr>
        <a:xfrm>
          <a:off x="183065" y="3164887"/>
          <a:ext cx="332846" cy="33284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93B702-9320-4790-B606-620B98F94C44}">
      <dsp:nvSpPr>
        <dsp:cNvPr id="0" name=""/>
        <dsp:cNvSpPr/>
      </dsp:nvSpPr>
      <dsp:spPr>
        <a:xfrm>
          <a:off x="698978" y="3028722"/>
          <a:ext cx="10273821" cy="605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48" tIns="64048" rIns="64048" bIns="6404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>
              <a:solidFill>
                <a:schemeClr val="bg1"/>
              </a:solidFill>
            </a:rPr>
            <a:t>–</a:t>
          </a:r>
          <a:r>
            <a:rPr lang="en-IN" sz="1900" b="0" i="0" kern="1200" dirty="0"/>
            <a:t> </a:t>
          </a:r>
          <a:r>
            <a:rPr lang="en-IN" sz="1900" b="0" i="0" kern="1200" dirty="0">
              <a:solidFill>
                <a:schemeClr val="bg1"/>
              </a:solidFill>
            </a:rPr>
            <a:t>Selecting the best-performing model</a:t>
          </a:r>
          <a:endParaRPr lang="en-US" sz="1900" b="0" kern="1200" dirty="0">
            <a:solidFill>
              <a:schemeClr val="bg1"/>
            </a:solidFill>
          </a:endParaRPr>
        </a:p>
      </dsp:txBody>
      <dsp:txXfrm>
        <a:off x="698978" y="3028722"/>
        <a:ext cx="10273821" cy="6051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8294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033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  <p:sldLayoutId id="2147483712" r:id="rId14"/>
    <p:sldLayoutId id="2147483713" r:id="rId15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erson standing in front of a computer screen&#10;&#10;AI-generated content may be incorrect.">
            <a:extLst>
              <a:ext uri="{FF2B5EF4-FFF2-40B4-BE49-F238E27FC236}">
                <a16:creationId xmlns:a16="http://schemas.microsoft.com/office/drawing/2014/main" id="{D533741B-270F-AB78-E9D2-5770E508E0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79" r="15137"/>
          <a:stretch>
            <a:fillRect/>
          </a:stretch>
        </p:blipFill>
        <p:spPr>
          <a:xfrm>
            <a:off x="20" y="10"/>
            <a:ext cx="7326197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915A68-8FFE-D073-97B8-48D4BCE6EF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7245" y="450334"/>
            <a:ext cx="4732663" cy="3204134"/>
          </a:xfrm>
        </p:spPr>
        <p:txBody>
          <a:bodyPr anchor="b">
            <a:normAutofit/>
          </a:bodyPr>
          <a:lstStyle/>
          <a:p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EMPLOYEE ATTRITION         PREDICTION</a:t>
            </a:r>
            <a:endParaRPr lang="en-IN" sz="5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CA0709-BB3C-8879-4CBB-8ADEE3E8A8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47428" y="3654468"/>
            <a:ext cx="4023360" cy="709105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 Leveraging Data Insights to Predict Employee Turnover 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2ACDF6-755F-464F-CD3C-DA93F880BAF5}"/>
              </a:ext>
            </a:extLst>
          </p:cNvPr>
          <p:cNvSpPr txBox="1"/>
          <p:nvPr/>
        </p:nvSpPr>
        <p:spPr>
          <a:xfrm>
            <a:off x="10046208" y="5622549"/>
            <a:ext cx="182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NIHA RAHIM</a:t>
            </a:r>
          </a:p>
          <a:p>
            <a:r>
              <a: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Data Analytics</a:t>
            </a:r>
          </a:p>
          <a:p>
            <a:r>
              <a:rPr lang="en-US" dirty="0">
                <a:solidFill>
                  <a:schemeClr val="bg1"/>
                </a:solidFill>
              </a:rPr>
              <a:t>20/12/2025</a:t>
            </a:r>
            <a:endParaRPr lang="en-US" sz="18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231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02400"/>
            <a:ext cx="10972800" cy="1570325"/>
          </a:xfrm>
        </p:spPr>
        <p:txBody>
          <a:bodyPr anchor="b">
            <a:norm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OBJECTIVE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714EDB25-A085-816E-CEEA-31A9385884C4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1738910735"/>
              </p:ext>
            </p:extLst>
          </p:nvPr>
        </p:nvGraphicFramePr>
        <p:xfrm>
          <a:off x="594360" y="2628629"/>
          <a:ext cx="10972800" cy="36367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E3E90-880E-8EA1-D2EB-01EE171FF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02400"/>
            <a:ext cx="10972800" cy="1570325"/>
          </a:xfrm>
        </p:spPr>
        <p:txBody>
          <a:bodyPr anchor="b">
            <a:normAutofit/>
          </a:bodyPr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 STEPS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C1B1961-D9E3-97EB-F356-D470BBB755D9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3253213125"/>
              </p:ext>
            </p:extLst>
          </p:nvPr>
        </p:nvGraphicFramePr>
        <p:xfrm>
          <a:off x="594360" y="2628629"/>
          <a:ext cx="10972800" cy="36367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1163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CHOOSING A DATASET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40015" y="2281238"/>
            <a:ext cx="8328085" cy="370046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Dataset was provided containing employee details such as education, age, city, gender, experience etc.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Target column: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LeaveOrNot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Columns represent data about employee background and workplace conditions.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dataset helps identify patterns that influence attrition.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07DE8-70A6-F1C2-36BA-C64580586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55BFD-D4D6-CAE0-14CF-485D6081DAF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2007"/>
            <a:ext cx="7810500" cy="4265441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3100" dirty="0">
                <a:latin typeface="Arial" panose="020B0604020202020204" pitchFamily="34" charset="0"/>
                <a:cs typeface="Arial" panose="020B0604020202020204" pitchFamily="34" charset="0"/>
              </a:rPr>
              <a:t>Education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– J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oining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Year</a:t>
            </a:r>
          </a:p>
          <a:p>
            <a:pPr marL="0" indent="0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City</a:t>
            </a:r>
          </a:p>
          <a:p>
            <a:pPr marL="0" indent="0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PaymentTier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Age</a:t>
            </a:r>
          </a:p>
          <a:p>
            <a:pPr marL="0" indent="0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Gender</a:t>
            </a:r>
          </a:p>
          <a:p>
            <a:pPr marL="0" indent="0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EverBenched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          –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ExperienceInCurrentDomain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EmployeeID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52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0E9F9-2318-F0F4-F702-F5106AA7C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TARGET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E150D-F3BE-E4C0-FE9A-FE1A301FB78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LeaveOrNot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0 =Employee stays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1 =Employee leaves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096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CEDDB-6031-B692-CF3F-97CCE5146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UNDERSTANDING 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27340-2D9D-45CC-F322-10607267D4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43532" y="2282008"/>
            <a:ext cx="8224568" cy="369932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Definition</a:t>
            </a: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Companies face employee turnover which affects productivity, recruitment cost, and project efficiency.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– A prediction system can help HR intervene early and retain high-performing employees.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719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35F19-DCB1-A451-F7B6-197230BAE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2E243-03A1-9B6D-B646-26A9C852537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Handled null values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Label Encoding for categorical values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Scaling numerical columns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Outliers removal using capping</a:t>
            </a:r>
          </a:p>
        </p:txBody>
      </p:sp>
    </p:spTree>
    <p:extLst>
      <p:ext uri="{BB962C8B-B14F-4D97-AF65-F5344CB8AC3E}">
        <p14:creationId xmlns:p14="http://schemas.microsoft.com/office/powerpoint/2010/main" val="2260083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1080D-36C2-A0FA-EC56-BB7CD9A14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anchor="b">
            <a:normAutofit/>
          </a:bodyPr>
          <a:lstStyle/>
          <a:p>
            <a:r>
              <a:rPr lang="en-IN" dirty="0"/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AC3E7-CDA1-5D95-2FBE-F9CA78836C2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4490827" cy="359747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Performed visualizations such as      histograms, boxplots, and scatterplots to understand data distribution.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Identified patterns in attrition against factors like age, experience, and payment tier.</a:t>
            </a:r>
            <a:endParaRPr lang="en-IN" dirty="0"/>
          </a:p>
        </p:txBody>
      </p:sp>
      <p:pic>
        <p:nvPicPr>
          <p:cNvPr id="8" name="Picture Placeholder 7" descr="A screenshot of a graph&#10;&#10;AI-generated content may be incorrect.">
            <a:extLst>
              <a:ext uri="{FF2B5EF4-FFF2-40B4-BE49-F238E27FC236}">
                <a16:creationId xmlns:a16="http://schemas.microsoft.com/office/drawing/2014/main" id="{B7D85424-2540-A769-8758-048613DD8042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85" r="-1" b="7177"/>
          <a:stretch>
            <a:fillRect/>
          </a:stretch>
        </p:blipFill>
        <p:spPr>
          <a:xfrm>
            <a:off x="5331126" y="2165230"/>
            <a:ext cx="5822830" cy="4108765"/>
          </a:xfrm>
          <a:noFill/>
        </p:spPr>
      </p:pic>
    </p:spTree>
    <p:extLst>
      <p:ext uri="{BB962C8B-B14F-4D97-AF65-F5344CB8AC3E}">
        <p14:creationId xmlns:p14="http://schemas.microsoft.com/office/powerpoint/2010/main" val="2495651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different cities&#10;&#10;AI-generated content may be incorrect.">
            <a:extLst>
              <a:ext uri="{FF2B5EF4-FFF2-40B4-BE49-F238E27FC236}">
                <a16:creationId xmlns:a16="http://schemas.microsoft.com/office/drawing/2014/main" id="{D481BD30-1328-A328-3A3E-557C192351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25" y="80962"/>
            <a:ext cx="9963150" cy="669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244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anchor="b">
            <a:norm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BOX PLOT</a:t>
            </a:r>
          </a:p>
        </p:txBody>
      </p:sp>
      <p:pic>
        <p:nvPicPr>
          <p:cNvPr id="6" name="Content Placeholder 5" descr="A graph showing the number of different types of numbers&#10;&#10;AI-generated content may be incorrect.">
            <a:extLst>
              <a:ext uri="{FF2B5EF4-FFF2-40B4-BE49-F238E27FC236}">
                <a16:creationId xmlns:a16="http://schemas.microsoft.com/office/drawing/2014/main" id="{14BC54F9-BEFF-E56C-221A-0FFD946BD32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5487" y="2167160"/>
            <a:ext cx="7913914" cy="4587965"/>
          </a:xfrm>
          <a:noFill/>
        </p:spPr>
      </p:pic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6325F-235A-A40D-AE01-8C29A36E1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anchor="b">
            <a:normAutofit/>
          </a:bodyPr>
          <a:lstStyle/>
          <a:p>
            <a:r>
              <a:rPr lang="en-IN" dirty="0"/>
              <a:t>SUMMARY STATISTICS</a:t>
            </a:r>
          </a:p>
        </p:txBody>
      </p:sp>
      <p:pic>
        <p:nvPicPr>
          <p:cNvPr id="9" name="Content Placeholder 8" descr="A screenshot of a graph&#10;&#10;AI-generated content may be incorrect.">
            <a:extLst>
              <a:ext uri="{FF2B5EF4-FFF2-40B4-BE49-F238E27FC236}">
                <a16:creationId xmlns:a16="http://schemas.microsoft.com/office/drawing/2014/main" id="{A4E9EBF3-2826-F082-A2D5-45580E34DD6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979" y="2441275"/>
            <a:ext cx="9454550" cy="3528203"/>
          </a:xfrm>
          <a:noFill/>
        </p:spPr>
      </p:pic>
    </p:spTree>
    <p:extLst>
      <p:ext uri="{BB962C8B-B14F-4D97-AF65-F5344CB8AC3E}">
        <p14:creationId xmlns:p14="http://schemas.microsoft.com/office/powerpoint/2010/main" val="1940718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19DA8-E716-C231-4BFE-C1A3FFFD5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ANALYSIS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8A1E7-EE03-BC07-C9E4-C733737DAEC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Techniques Used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Descriptive statistics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Data visualization  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Correlation analysis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Classification modelling   </a:t>
            </a:r>
          </a:p>
        </p:txBody>
      </p:sp>
    </p:spTree>
    <p:extLst>
      <p:ext uri="{BB962C8B-B14F-4D97-AF65-F5344CB8AC3E}">
        <p14:creationId xmlns:p14="http://schemas.microsoft.com/office/powerpoint/2010/main" val="2439006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A1EEA-DD64-880B-5635-AEFADAE2A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BA662-3041-E34E-BF28-47B5F5A8C0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2008"/>
            <a:ext cx="7810500" cy="4239562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Model Used 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Logistic Regression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SVM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Random Forest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Decision Tree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AdaBoost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Gradient Boosting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KNN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434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5C1F1-950F-6DF0-2612-6B53A5CFA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anchor="b">
            <a:normAutofit/>
          </a:bodyPr>
          <a:lstStyle/>
          <a:p>
            <a:r>
              <a:rPr lang="en-IN" dirty="0"/>
              <a:t>MODEL PERFORMANCE</a:t>
            </a:r>
          </a:p>
        </p:txBody>
      </p:sp>
      <p:pic>
        <p:nvPicPr>
          <p:cNvPr id="5" name="Picture 4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D19CF61D-445C-3FA8-69B1-C970259A86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463" y="2428567"/>
            <a:ext cx="4367764" cy="41706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88612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84667-AE18-59B2-BE22-2F943D378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B22FD-7C5F-B8E2-0ACF-45C95518CEE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Validation Methods 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u="sng" dirty="0">
                <a:latin typeface="Arial" panose="020B0604020202020204" pitchFamily="34" charset="0"/>
                <a:cs typeface="Arial" panose="020B0604020202020204" pitchFamily="34" charset="0"/>
              </a:rPr>
              <a:t>Cross Validation</a:t>
            </a:r>
          </a:p>
          <a:p>
            <a:pPr marL="0" indent="0">
              <a:buNone/>
            </a:pPr>
            <a:r>
              <a:rPr lang="en-US" dirty="0"/>
              <a:t>Cross-validation is a technique used to evaluate how well a machine learning model will generalize to unseen </a:t>
            </a:r>
            <a:r>
              <a:rPr lang="en-US" dirty="0" err="1"/>
              <a:t>data.The</a:t>
            </a:r>
            <a:r>
              <a:rPr lang="en-US" dirty="0"/>
              <a:t> dataset is divided into </a:t>
            </a:r>
            <a:r>
              <a:rPr lang="en-US" i="1" dirty="0"/>
              <a:t>k</a:t>
            </a:r>
            <a:r>
              <a:rPr lang="en-US" dirty="0"/>
              <a:t> subsets (folds). The model is trained on </a:t>
            </a:r>
            <a:r>
              <a:rPr lang="en-US" i="1" dirty="0"/>
              <a:t>k–1</a:t>
            </a:r>
            <a:r>
              <a:rPr lang="en-US" dirty="0"/>
              <a:t> folds and tested on the remaining fold. This process is repeated for all combinations, and the average score is taken as the final evaluation.</a:t>
            </a:r>
          </a:p>
          <a:p>
            <a:pPr marL="0" indent="0">
              <a:buNone/>
            </a:pPr>
            <a:r>
              <a:rPr lang="en-US" dirty="0"/>
              <a:t>       This prevents overfitting and ensures a more stable and reliable performance estimate.</a:t>
            </a:r>
          </a:p>
          <a:p>
            <a:pPr marL="0" indent="0">
              <a:buNone/>
            </a:pPr>
            <a:endParaRPr lang="en-IN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057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173BC-567F-D7B4-ADAD-77893E6EC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483187"/>
            <a:ext cx="6787747" cy="1593507"/>
          </a:xfrm>
        </p:spPr>
        <p:txBody>
          <a:bodyPr/>
          <a:lstStyle/>
          <a:p>
            <a:r>
              <a:rPr lang="en-IN" dirty="0"/>
              <a:t>SOLUTION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7F324-38AE-A2B1-187A-6F0CB463A51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60" y="2483252"/>
            <a:ext cx="9672506" cy="45467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Implementation steps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600" dirty="0"/>
              <a:t> </a:t>
            </a: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Deploy Model </a:t>
            </a:r>
            <a:r>
              <a:rPr lang="en-IN" sz="1600" dirty="0">
                <a:solidFill>
                  <a:schemeClr val="bg1"/>
                </a:solidFill>
              </a:rPr>
              <a:t>: </a:t>
            </a:r>
            <a:r>
              <a:rPr lang="en-US" sz="16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Integrate the Employee Attrition Prediction model into the organization’s HR</a:t>
            </a:r>
          </a:p>
          <a:p>
            <a:pPr marL="0" indent="0">
              <a:buNone/>
            </a:pPr>
            <a:r>
              <a:rPr lang="en-US" sz="16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management  system.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Up Monitoring : </a:t>
            </a:r>
            <a:r>
              <a:rPr lang="en-US" sz="16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Monitoring ensures the model remains reliable over time.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Conduct Field Testing : </a:t>
            </a:r>
            <a:r>
              <a:rPr lang="en-US" sz="16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a pilot testing phase with a selected department or employee</a:t>
            </a:r>
          </a:p>
          <a:p>
            <a:pPr marL="0" indent="0">
              <a:buNone/>
            </a:pPr>
            <a:r>
              <a:rPr lang="en-US" sz="16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1600" b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group,this</a:t>
            </a:r>
            <a:r>
              <a:rPr lang="en-US" sz="16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helps ensure reliable decision-making before organization-wide rollout.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 and Train : </a:t>
            </a:r>
            <a:r>
              <a:rPr lang="en-IN" sz="16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 complete documentation covering and </a:t>
            </a:r>
            <a:r>
              <a:rPr lang="en-US" sz="16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 HR teams to correctly</a:t>
            </a:r>
          </a:p>
          <a:p>
            <a:pPr marL="0" indent="0">
              <a:buNone/>
            </a:pPr>
            <a:r>
              <a:rPr lang="en-US" sz="16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analyze predictions and make data-driven decisions for employee retention.</a:t>
            </a:r>
            <a:endParaRPr lang="en-IN" sz="16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6805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09B38-4558-81C1-281E-F10B34D78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anchor="b">
            <a:normAutofit/>
          </a:bodyPr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87E81-6CA0-A9EC-E8DF-CAABA2B278A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2008"/>
            <a:ext cx="7810500" cy="3699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0"/>
              <a:t>The analysis of the employee dataset helped us understand how different factors such </a:t>
            </a:r>
          </a:p>
          <a:p>
            <a:pPr marL="0" indent="0">
              <a:buNone/>
            </a:pPr>
            <a:r>
              <a:rPr lang="en-US" sz="1600" b="0"/>
              <a:t>as age, experience, salary, and department influence overall employee performance. By </a:t>
            </a:r>
          </a:p>
          <a:p>
            <a:pPr marL="0" indent="0">
              <a:buNone/>
            </a:pPr>
            <a:r>
              <a:rPr lang="en-US" sz="1600" b="0"/>
              <a:t>exploring the data and building machine learning models, we were able to identify clear </a:t>
            </a:r>
          </a:p>
          <a:p>
            <a:pPr marL="0" indent="0">
              <a:buNone/>
            </a:pPr>
            <a:r>
              <a:rPr lang="en-US" sz="1600" b="0"/>
              <a:t>patterns, such as the positive impact of experience on salary and the role of department </a:t>
            </a:r>
          </a:p>
          <a:p>
            <a:pPr marL="0" indent="0">
              <a:buNone/>
            </a:pPr>
            <a:r>
              <a:rPr lang="en-US" sz="1600" b="0"/>
              <a:t>in determining employee outcomes. The models provided useful predictions that can </a:t>
            </a:r>
          </a:p>
          <a:p>
            <a:pPr marL="0" indent="0">
              <a:buNone/>
            </a:pPr>
            <a:r>
              <a:rPr lang="en-US" sz="1600" b="0"/>
              <a:t>support decision-making in areas like hiring, promotion, and salary planning. Overall, </a:t>
            </a:r>
          </a:p>
          <a:p>
            <a:pPr marL="0" indent="0">
              <a:buNone/>
            </a:pPr>
            <a:r>
              <a:rPr lang="en-US" sz="1600" b="0"/>
              <a:t>this project gives a clear and meaningful understanding of the workforce and can help </a:t>
            </a:r>
          </a:p>
          <a:p>
            <a:pPr marL="0" indent="0">
              <a:buNone/>
            </a:pPr>
            <a:r>
              <a:rPr lang="en-US" sz="1600" b="0"/>
              <a:t>improve employee management in a simple and practical way.</a:t>
            </a:r>
            <a:endParaRPr lang="en-IN" sz="1600" b="0"/>
          </a:p>
        </p:txBody>
      </p:sp>
    </p:spTree>
    <p:extLst>
      <p:ext uri="{BB962C8B-B14F-4D97-AF65-F5344CB8AC3E}">
        <p14:creationId xmlns:p14="http://schemas.microsoft.com/office/powerpoint/2010/main" val="12117807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549552"/>
            <a:ext cx="5486400" cy="164592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208</TotalTime>
  <Words>578</Words>
  <Application>Microsoft Office PowerPoint</Application>
  <PresentationFormat>Widescreen</PresentationFormat>
  <Paragraphs>93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Franklin Gothic Book</vt:lpstr>
      <vt:lpstr>Franklin Gothic Demi</vt:lpstr>
      <vt:lpstr>Wingdings</vt:lpstr>
      <vt:lpstr>Custom</vt:lpstr>
      <vt:lpstr>EMPLOYEE ATTRITION         PREDICTION</vt:lpstr>
      <vt:lpstr>OBJECTIVE</vt:lpstr>
      <vt:lpstr>OVERVIEW STEPS</vt:lpstr>
      <vt:lpstr>CHOOSING A DATASET</vt:lpstr>
      <vt:lpstr>FEATURES</vt:lpstr>
      <vt:lpstr>TARGET</vt:lpstr>
      <vt:lpstr>UNDERSTANDING THE PROBLEM</vt:lpstr>
      <vt:lpstr>DATA PREPROCESSING</vt:lpstr>
      <vt:lpstr>EXPLORATORY DATA ANALYSIS (EDA)</vt:lpstr>
      <vt:lpstr>PowerPoint Presentation</vt:lpstr>
      <vt:lpstr>BOX PLOT</vt:lpstr>
      <vt:lpstr>SUMMARY STATISTICS</vt:lpstr>
      <vt:lpstr>DATA ANALYSIS TECHNIQUES</vt:lpstr>
      <vt:lpstr>MODEL EVALUATION</vt:lpstr>
      <vt:lpstr>MODEL PERFORMANCE</vt:lpstr>
      <vt:lpstr>MODEL EVALUATION</vt:lpstr>
      <vt:lpstr>SOLUTION IMPLEMENTATION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rifa rifa</dc:creator>
  <cp:lastModifiedBy>RISVANA P</cp:lastModifiedBy>
  <cp:revision>4</cp:revision>
  <dcterms:created xsi:type="dcterms:W3CDTF">2025-12-08T12:51:09Z</dcterms:created>
  <dcterms:modified xsi:type="dcterms:W3CDTF">2026-01-30T09:43:24Z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